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9906000" cy="6858000" type="A4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m pass" initials="cp" lastIdx="1" clrIdx="0">
    <p:extLst>
      <p:ext uri="{19B8F6BF-5375-455C-9EA6-DF929625EA0E}">
        <p15:presenceInfo xmlns:p15="http://schemas.microsoft.com/office/powerpoint/2012/main" userId="2f803c1ca6f9227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E7"/>
    <a:srgbClr val="CCFFFF"/>
    <a:srgbClr val="FFCCFF"/>
    <a:srgbClr val="34B3D1"/>
    <a:srgbClr val="FFDDCA"/>
    <a:srgbClr val="66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67" autoAdjust="0"/>
    <p:restoredTop sz="94700" autoAdjust="0"/>
  </p:normalViewPr>
  <p:slideViewPr>
    <p:cSldViewPr>
      <p:cViewPr varScale="1">
        <p:scale>
          <a:sx n="107" d="100"/>
          <a:sy n="107" d="100"/>
        </p:scale>
        <p:origin x="1518" y="1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12" y="-102"/>
      </p:cViewPr>
      <p:guideLst>
        <p:guide orient="horz" pos="3110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 Masataka" userId="dc3b3b5d-940a-4332-985a-14757606f8e4" providerId="ADAL" clId="{64140897-5668-42EF-93B2-66A46E1EE430}"/>
    <pc:docChg chg="modSld">
      <pc:chgData name="SHIBA Masataka" userId="dc3b3b5d-940a-4332-985a-14757606f8e4" providerId="ADAL" clId="{64140897-5668-42EF-93B2-66A46E1EE430}" dt="2022-09-21T00:36:20.121" v="15"/>
      <pc:docMkLst>
        <pc:docMk/>
      </pc:docMkLst>
      <pc:sldChg chg="modSp mod">
        <pc:chgData name="SHIBA Masataka" userId="dc3b3b5d-940a-4332-985a-14757606f8e4" providerId="ADAL" clId="{64140897-5668-42EF-93B2-66A46E1EE430}" dt="2022-09-21T00:36:20.121" v="15"/>
        <pc:sldMkLst>
          <pc:docMk/>
          <pc:sldMk cId="1587680918" sldId="257"/>
        </pc:sldMkLst>
      </pc:sldChg>
    </pc:docChg>
  </pc:docChgLst>
  <pc:docChgLst>
    <pc:chgData name="CMPASS mshiba" userId="2f803c1ca6f9227d" providerId="LiveId" clId="{16EF726B-9122-457B-B6CD-8D546E23DC5E}"/>
    <pc:docChg chg="modSld">
      <pc:chgData name="CMPASS mshiba" userId="2f803c1ca6f9227d" providerId="LiveId" clId="{16EF726B-9122-457B-B6CD-8D546E23DC5E}" dt="2020-09-24T07:06:18.206" v="131" actId="207"/>
      <pc:docMkLst>
        <pc:docMk/>
      </pc:docMkLst>
      <pc:sldChg chg="modSp">
        <pc:chgData name="CMPASS mshiba" userId="2f803c1ca6f9227d" providerId="LiveId" clId="{16EF726B-9122-457B-B6CD-8D546E23DC5E}" dt="2020-09-24T07:03:34.930" v="30" actId="6549"/>
        <pc:sldMkLst>
          <pc:docMk/>
          <pc:sldMk cId="1587680918" sldId="257"/>
        </pc:sldMkLst>
      </pc:sldChg>
      <pc:sldChg chg="addSp modSp">
        <pc:chgData name="CMPASS mshiba" userId="2f803c1ca6f9227d" providerId="LiveId" clId="{16EF726B-9122-457B-B6CD-8D546E23DC5E}" dt="2020-09-24T07:06:18.206" v="131" actId="207"/>
        <pc:sldMkLst>
          <pc:docMk/>
          <pc:sldMk cId="1833614870" sldId="261"/>
        </pc:sldMkLst>
      </pc:sldChg>
      <pc:sldChg chg="modSp">
        <pc:chgData name="CMPASS mshiba" userId="2f803c1ca6f9227d" providerId="LiveId" clId="{16EF726B-9122-457B-B6CD-8D546E23DC5E}" dt="2020-09-24T07:04:16.118" v="97"/>
        <pc:sldMkLst>
          <pc:docMk/>
          <pc:sldMk cId="2803558539" sldId="262"/>
        </pc:sldMkLst>
      </pc:sldChg>
    </pc:docChg>
  </pc:docChgLst>
  <pc:docChgLst>
    <pc:chgData name="SHIBA Masataka" userId="dc3b3b5d-940a-4332-985a-14757606f8e4" providerId="ADAL" clId="{075319A6-72C7-46B5-9F52-BE0EDC80173A}"/>
    <pc:docChg chg="undo custSel delSld modSld">
      <pc:chgData name="SHIBA Masataka" userId="dc3b3b5d-940a-4332-985a-14757606f8e4" providerId="ADAL" clId="{075319A6-72C7-46B5-9F52-BE0EDC80173A}" dt="2021-07-19T07:43:31.847" v="112" actId="20577"/>
      <pc:docMkLst>
        <pc:docMk/>
      </pc:docMkLst>
      <pc:sldChg chg="addSp delSp modSp mod">
        <pc:chgData name="SHIBA Masataka" userId="dc3b3b5d-940a-4332-985a-14757606f8e4" providerId="ADAL" clId="{075319A6-72C7-46B5-9F52-BE0EDC80173A}" dt="2021-07-19T07:43:31.847" v="112" actId="20577"/>
        <pc:sldMkLst>
          <pc:docMk/>
          <pc:sldMk cId="1587680918" sldId="257"/>
        </pc:sldMkLst>
      </pc:sldChg>
      <pc:sldChg chg="addSp delSp modSp del mod">
        <pc:chgData name="SHIBA Masataka" userId="dc3b3b5d-940a-4332-985a-14757606f8e4" providerId="ADAL" clId="{075319A6-72C7-46B5-9F52-BE0EDC80173A}" dt="2021-07-19T07:43:24.212" v="108" actId="47"/>
        <pc:sldMkLst>
          <pc:docMk/>
          <pc:sldMk cId="1833614870" sldId="261"/>
        </pc:sldMkLst>
      </pc:sldChg>
      <pc:sldChg chg="addSp delSp modSp del mod">
        <pc:chgData name="SHIBA Masataka" userId="dc3b3b5d-940a-4332-985a-14757606f8e4" providerId="ADAL" clId="{075319A6-72C7-46B5-9F52-BE0EDC80173A}" dt="2021-07-19T07:43:26.219" v="109" actId="47"/>
        <pc:sldMkLst>
          <pc:docMk/>
          <pc:sldMk cId="2803558539" sldId="262"/>
        </pc:sldMkLst>
      </pc:sldChg>
    </pc:docChg>
  </pc:docChgLst>
  <pc:docChgLst>
    <pc:chgData name="SHIBA Masataka" userId="dc3b3b5d-940a-4332-985a-14757606f8e4" providerId="ADAL" clId="{126D367A-632F-48BA-B93F-3FECAE2AA46D}"/>
    <pc:docChg chg="modSld">
      <pc:chgData name="SHIBA Masataka" userId="dc3b3b5d-940a-4332-985a-14757606f8e4" providerId="ADAL" clId="{126D367A-632F-48BA-B93F-3FECAE2AA46D}" dt="2024-09-19T06:41:04.889" v="2" actId="20577"/>
      <pc:docMkLst>
        <pc:docMk/>
      </pc:docMkLst>
      <pc:sldChg chg="modSp mod">
        <pc:chgData name="SHIBA Masataka" userId="dc3b3b5d-940a-4332-985a-14757606f8e4" providerId="ADAL" clId="{126D367A-632F-48BA-B93F-3FECAE2AA46D}" dt="2024-09-19T06:41:04.889" v="2" actId="20577"/>
        <pc:sldMkLst>
          <pc:docMk/>
          <pc:sldMk cId="1587680918" sldId="257"/>
        </pc:sldMkLst>
      </pc:sldChg>
    </pc:docChg>
  </pc:docChgLst>
  <pc:docChgLst>
    <pc:chgData name="SHIBA Masataka" userId="dc3b3b5d-940a-4332-985a-14757606f8e4" providerId="ADAL" clId="{931D79EB-8612-4DDB-8C4B-E7951784B289}"/>
    <pc:docChg chg="modSld">
      <pc:chgData name="SHIBA Masataka" userId="dc3b3b5d-940a-4332-985a-14757606f8e4" providerId="ADAL" clId="{931D79EB-8612-4DDB-8C4B-E7951784B289}" dt="2025-09-16T01:24:08.455" v="17" actId="1076"/>
      <pc:docMkLst>
        <pc:docMk/>
      </pc:docMkLst>
      <pc:sldChg chg="modSp mod">
        <pc:chgData name="SHIBA Masataka" userId="dc3b3b5d-940a-4332-985a-14757606f8e4" providerId="ADAL" clId="{931D79EB-8612-4DDB-8C4B-E7951784B289}" dt="2025-09-16T01:24:08.455" v="17" actId="1076"/>
        <pc:sldMkLst>
          <pc:docMk/>
          <pc:sldMk cId="1587680918" sldId="257"/>
        </pc:sldMkLst>
        <pc:graphicFrameChg chg="mod modGraphic">
          <ac:chgData name="SHIBA Masataka" userId="dc3b3b5d-940a-4332-985a-14757606f8e4" providerId="ADAL" clId="{931D79EB-8612-4DDB-8C4B-E7951784B289}" dt="2025-09-16T01:24:08.455" v="17" actId="1076"/>
          <ac:graphicFrameMkLst>
            <pc:docMk/>
            <pc:sldMk cId="1587680918" sldId="257"/>
            <ac:graphicFrameMk id="9" creationId="{F40B63F1-B2E5-4FEA-A32B-8C686B3A61AB}"/>
          </ac:graphicFrameMkLst>
        </pc:graphicFrameChg>
      </pc:sldChg>
    </pc:docChg>
  </pc:docChgLst>
  <pc:docChgLst>
    <pc:chgData name="CMPASS mshiba" userId="2f803c1ca6f9227d" providerId="LiveId" clId="{B4572067-6C20-4672-A601-3F35906AE174}"/>
    <pc:docChg chg="undo custSel addSld delSld modSld">
      <pc:chgData name="CMPASS mshiba" userId="2f803c1ca6f9227d" providerId="LiveId" clId="{B4572067-6C20-4672-A601-3F35906AE174}" dt="2020-08-20T07:00:24.915" v="357"/>
      <pc:docMkLst>
        <pc:docMk/>
      </pc:docMkLst>
      <pc:sldChg chg="addSp delSp modSp mod">
        <pc:chgData name="CMPASS mshiba" userId="2f803c1ca6f9227d" providerId="LiveId" clId="{B4572067-6C20-4672-A601-3F35906AE174}" dt="2020-08-20T06:16:52.152" v="179"/>
        <pc:sldMkLst>
          <pc:docMk/>
          <pc:sldMk cId="1587680918" sldId="257"/>
        </pc:sldMkLst>
      </pc:sldChg>
      <pc:sldChg chg="del">
        <pc:chgData name="CMPASS mshiba" userId="2f803c1ca6f9227d" providerId="LiveId" clId="{B4572067-6C20-4672-A601-3F35906AE174}" dt="2020-08-20T06:10:30.374" v="0" actId="47"/>
        <pc:sldMkLst>
          <pc:docMk/>
          <pc:sldMk cId="499353891" sldId="259"/>
        </pc:sldMkLst>
      </pc:sldChg>
      <pc:sldChg chg="modSp del mod">
        <pc:chgData name="CMPASS mshiba" userId="2f803c1ca6f9227d" providerId="LiveId" clId="{B4572067-6C20-4672-A601-3F35906AE174}" dt="2020-08-20T06:54:46.371" v="336" actId="47"/>
        <pc:sldMkLst>
          <pc:docMk/>
          <pc:sldMk cId="2836826460" sldId="260"/>
        </pc:sldMkLst>
      </pc:sldChg>
      <pc:sldChg chg="addSp delSp modSp add mod">
        <pc:chgData name="CMPASS mshiba" userId="2f803c1ca6f9227d" providerId="LiveId" clId="{B4572067-6C20-4672-A601-3F35906AE174}" dt="2020-08-20T06:23:31.761" v="330" actId="122"/>
        <pc:sldMkLst>
          <pc:docMk/>
          <pc:sldMk cId="1833614870" sldId="261"/>
        </pc:sldMkLst>
      </pc:sldChg>
      <pc:sldChg chg="modSp add mod">
        <pc:chgData name="CMPASS mshiba" userId="2f803c1ca6f9227d" providerId="LiveId" clId="{B4572067-6C20-4672-A601-3F35906AE174}" dt="2020-08-20T07:00:24.915" v="357"/>
        <pc:sldMkLst>
          <pc:docMk/>
          <pc:sldMk cId="2803558539" sldId="262"/>
        </pc:sldMkLst>
      </pc:sldChg>
      <pc:sldChg chg="add del">
        <pc:chgData name="CMPASS mshiba" userId="2f803c1ca6f9227d" providerId="LiveId" clId="{B4572067-6C20-4672-A601-3F35906AE174}" dt="2020-08-20T06:23:39.820" v="331" actId="47"/>
        <pc:sldMkLst>
          <pc:docMk/>
          <pc:sldMk cId="2878255556" sldId="451"/>
        </pc:sldMkLst>
      </pc:sldChg>
    </pc:docChg>
  </pc:docChgLst>
  <pc:docChgLst>
    <pc:chgData name="SHIBA Masataka" userId="dc3b3b5d-940a-4332-985a-14757606f8e4" providerId="ADAL" clId="{57394D63-9635-4FF0-ABCA-3E4B32FC89FB}"/>
    <pc:docChg chg="modSld">
      <pc:chgData name="SHIBA Masataka" userId="dc3b3b5d-940a-4332-985a-14757606f8e4" providerId="ADAL" clId="{57394D63-9635-4FF0-ABCA-3E4B32FC89FB}" dt="2021-08-30T05:47:49.410" v="29" actId="14734"/>
      <pc:docMkLst>
        <pc:docMk/>
      </pc:docMkLst>
      <pc:sldChg chg="modSp mod">
        <pc:chgData name="SHIBA Masataka" userId="dc3b3b5d-940a-4332-985a-14757606f8e4" providerId="ADAL" clId="{57394D63-9635-4FF0-ABCA-3E4B32FC89FB}" dt="2021-08-30T05:47:49.410" v="29" actId="14734"/>
        <pc:sldMkLst>
          <pc:docMk/>
          <pc:sldMk cId="1587680918" sldId="2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2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/>
            </a:lvl1pPr>
          </a:lstStyle>
          <a:p>
            <a:endParaRPr lang="en-US" altLang="ja-JP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803" y="2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endParaRPr lang="en-US" altLang="ja-JP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" y="9370978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100"/>
            </a:lvl1pPr>
          </a:lstStyle>
          <a:p>
            <a:endParaRPr lang="en-US" altLang="ja-JP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803" y="9370978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fld id="{0A848FEA-42E0-4884-8277-22B2AC09FFC3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52263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2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/>
            </a:lvl1pPr>
          </a:lstStyle>
          <a:p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803" y="2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endParaRPr lang="en-US" altLang="ja-JP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5325" y="738188"/>
            <a:ext cx="5345113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187" y="4687179"/>
            <a:ext cx="5387391" cy="4439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7" y="9370978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100"/>
            </a:lvl1pPr>
          </a:lstStyle>
          <a:p>
            <a:endParaRPr lang="en-US" altLang="ja-JP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803" y="9370978"/>
            <a:ext cx="2919440" cy="49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80" tIns="44889" rIns="89780" bIns="448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fld id="{A38BA52A-0641-4AE0-988D-DE8D864D37BE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64491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4DC84DA-DA37-4052-A0FB-09C20DD7A1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ja-JP" altLang="en-US"/>
              <a:t>Ⓒ　</a:t>
            </a:r>
            <a:r>
              <a:rPr lang="en-US" altLang="ja-JP"/>
              <a:t>Masataka</a:t>
            </a:r>
            <a:r>
              <a:rPr lang="ja-JP" altLang="en-US"/>
              <a:t> </a:t>
            </a:r>
            <a:r>
              <a:rPr lang="en-US" altLang="ja-JP"/>
              <a:t>Shiba,</a:t>
            </a:r>
            <a:r>
              <a:rPr lang="ja-JP" altLang="en-US"/>
              <a:t>　</a:t>
            </a:r>
            <a:r>
              <a:rPr lang="en-US" altLang="ja-JP"/>
              <a:t>Tokyo</a:t>
            </a:r>
            <a:r>
              <a:rPr lang="ja-JP" altLang="en-US"/>
              <a:t> </a:t>
            </a:r>
            <a:r>
              <a:rPr lang="en-US" altLang="ja-JP"/>
              <a:t>City</a:t>
            </a:r>
            <a:r>
              <a:rPr lang="ja-JP" altLang="en-US"/>
              <a:t> </a:t>
            </a:r>
            <a:r>
              <a:rPr lang="en-US" altLang="ja-JP"/>
              <a:t>Univ., 2020</a:t>
            </a:r>
            <a:r>
              <a:rPr lang="ja-JP" altLang="en-US"/>
              <a:t> </a:t>
            </a:r>
            <a:r>
              <a:rPr lang="en-US" altLang="ja-JP"/>
              <a:t> All rights reserved.</a:t>
            </a:r>
            <a:endParaRPr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11B93D1-A173-457A-A3F2-438095DAD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D7B525-7C53-4912-B66C-648EE8FC9EC5}" type="slidenum">
              <a:rPr lang="ja-JP" altLang="en-US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8006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2520" y="1378813"/>
            <a:ext cx="8640960" cy="1434237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l">
              <a:buFont typeface="Wingdings" pitchFamily="2" charset="2"/>
              <a:buNone/>
              <a:defRPr sz="2400"/>
            </a:lvl1pPr>
          </a:lstStyle>
          <a:p>
            <a:pPr lvl="0"/>
            <a:r>
              <a:rPr lang="ja-JP" altLang="en-US" noProof="0"/>
              <a:t>マスター サブタイトルの書式設定</a:t>
            </a:r>
            <a:endParaRPr lang="ja-JP" altLang="en-US" noProof="0" dirty="0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2" y="152781"/>
            <a:ext cx="4250872" cy="1080120"/>
          </a:xfrm>
          <a:prstGeom prst="rect">
            <a:avLst/>
          </a:prstGeom>
        </p:spPr>
      </p:pic>
      <p:sp>
        <p:nvSpPr>
          <p:cNvPr id="2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64968" y="6331494"/>
            <a:ext cx="42484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1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ja-JP" altLang="en-US" dirty="0"/>
              <a:t>Ⓒ　</a:t>
            </a:r>
            <a:r>
              <a:rPr lang="en-US" altLang="ja-JP" dirty="0"/>
              <a:t>Masataka</a:t>
            </a:r>
            <a:r>
              <a:rPr lang="ja-JP" altLang="en-US" dirty="0"/>
              <a:t> </a:t>
            </a:r>
            <a:r>
              <a:rPr lang="en-US" altLang="ja-JP" dirty="0"/>
              <a:t>Shiba,</a:t>
            </a:r>
            <a:r>
              <a:rPr lang="ja-JP" altLang="en-US" dirty="0"/>
              <a:t>　</a:t>
            </a:r>
            <a:r>
              <a:rPr lang="en-US" altLang="ja-JP" dirty="0"/>
              <a:t>Tokyo</a:t>
            </a:r>
            <a:r>
              <a:rPr lang="ja-JP" altLang="en-US" dirty="0"/>
              <a:t> </a:t>
            </a:r>
            <a:r>
              <a:rPr lang="en-US" altLang="ja-JP" dirty="0"/>
              <a:t>City</a:t>
            </a:r>
            <a:r>
              <a:rPr lang="ja-JP" altLang="en-US" dirty="0"/>
              <a:t> </a:t>
            </a:r>
            <a:r>
              <a:rPr lang="en-US" altLang="ja-JP" dirty="0"/>
              <a:t>Univ., 2020</a:t>
            </a:r>
            <a:r>
              <a:rPr lang="ja-JP" altLang="en-US" dirty="0"/>
              <a:t> </a:t>
            </a:r>
            <a:r>
              <a:rPr lang="en-US" altLang="ja-JP" dirty="0"/>
              <a:t> All rights reserved.</a:t>
            </a:r>
          </a:p>
        </p:txBody>
      </p:sp>
      <p:sp>
        <p:nvSpPr>
          <p:cNvPr id="30" name="Line 8"/>
          <p:cNvSpPr>
            <a:spLocks noChangeShapeType="1"/>
          </p:cNvSpPr>
          <p:nvPr userDrawn="1"/>
        </p:nvSpPr>
        <p:spPr bwMode="auto">
          <a:xfrm>
            <a:off x="488504" y="2996952"/>
            <a:ext cx="89154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632" y="79055"/>
            <a:ext cx="6840760" cy="1152127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918" y="1340768"/>
            <a:ext cx="8637562" cy="4286101"/>
          </a:xfrm>
        </p:spPr>
        <p:txBody>
          <a:bodyPr/>
          <a:lstStyle>
            <a:lvl1pPr>
              <a:defRPr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>
              <a:defRPr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2pPr>
            <a:lvl3pPr>
              <a:defRPr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3pPr>
            <a:lvl4pPr>
              <a:defRPr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4pPr>
            <a:lvl5pPr>
              <a:defRPr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C54F5454-75D7-4DB0-AD9E-A8B9F90D9593}" type="slidenum">
              <a:rPr lang="ja-JP" altLang="en-US" smtClean="0"/>
              <a:pPr/>
              <a:t>‹#›</a:t>
            </a:fld>
            <a:endParaRPr lang="en-US" altLang="ja-JP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287557" y="1217623"/>
            <a:ext cx="9360000" cy="3522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64968" y="6331494"/>
            <a:ext cx="42484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1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ja-JP" altLang="en-US" dirty="0"/>
              <a:t>Ⓒ　</a:t>
            </a:r>
            <a:r>
              <a:rPr lang="en-US" altLang="ja-JP" dirty="0"/>
              <a:t>Masataka</a:t>
            </a:r>
            <a:r>
              <a:rPr lang="ja-JP" altLang="en-US" dirty="0"/>
              <a:t> </a:t>
            </a:r>
            <a:r>
              <a:rPr lang="en-US" altLang="ja-JP" dirty="0"/>
              <a:t>Shiba,</a:t>
            </a:r>
            <a:r>
              <a:rPr lang="ja-JP" altLang="en-US" dirty="0"/>
              <a:t>　</a:t>
            </a:r>
            <a:r>
              <a:rPr lang="en-US" altLang="ja-JP" dirty="0"/>
              <a:t>Tokyo</a:t>
            </a:r>
            <a:r>
              <a:rPr lang="ja-JP" altLang="en-US" dirty="0"/>
              <a:t> </a:t>
            </a:r>
            <a:r>
              <a:rPr lang="en-US" altLang="ja-JP" dirty="0"/>
              <a:t>City</a:t>
            </a:r>
            <a:r>
              <a:rPr lang="ja-JP" altLang="en-US" dirty="0"/>
              <a:t> </a:t>
            </a:r>
            <a:r>
              <a:rPr lang="en-US" altLang="ja-JP" dirty="0"/>
              <a:t>Univ., 2020</a:t>
            </a:r>
            <a:r>
              <a:rPr lang="ja-JP" altLang="en-US" dirty="0"/>
              <a:t> </a:t>
            </a:r>
            <a:r>
              <a:rPr lang="en-US" altLang="ja-JP" dirty="0"/>
              <a:t> All rights reserved.</a:t>
            </a:r>
          </a:p>
        </p:txBody>
      </p:sp>
      <p:pic>
        <p:nvPicPr>
          <p:cNvPr id="25" name="図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848" y="424566"/>
            <a:ext cx="1814709" cy="46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8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562AAE7C-4964-46FC-9450-BDA5A6BAD91F}" type="slidenum">
              <a:rPr lang="ja-JP" altLang="en-US" smtClean="0"/>
              <a:pPr/>
              <a:t>‹#›</a:t>
            </a:fld>
            <a:endParaRPr lang="en-US" altLang="ja-JP" dirty="0"/>
          </a:p>
        </p:txBody>
      </p:sp>
      <p:sp>
        <p:nvSpPr>
          <p:cNvPr id="2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64968" y="6331494"/>
            <a:ext cx="42484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1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ja-JP" altLang="en-US" dirty="0"/>
              <a:t>Ⓒ　</a:t>
            </a:r>
            <a:r>
              <a:rPr lang="en-US" altLang="ja-JP" dirty="0"/>
              <a:t>Masataka</a:t>
            </a:r>
            <a:r>
              <a:rPr lang="ja-JP" altLang="en-US" dirty="0"/>
              <a:t> </a:t>
            </a:r>
            <a:r>
              <a:rPr lang="en-US" altLang="ja-JP" dirty="0"/>
              <a:t>Shiba,</a:t>
            </a:r>
            <a:r>
              <a:rPr lang="ja-JP" altLang="en-US" dirty="0"/>
              <a:t>　</a:t>
            </a:r>
            <a:r>
              <a:rPr lang="en-US" altLang="ja-JP" dirty="0"/>
              <a:t>Tokyo</a:t>
            </a:r>
            <a:r>
              <a:rPr lang="ja-JP" altLang="en-US" dirty="0"/>
              <a:t> </a:t>
            </a:r>
            <a:r>
              <a:rPr lang="en-US" altLang="ja-JP" dirty="0"/>
              <a:t>City</a:t>
            </a:r>
            <a:r>
              <a:rPr lang="ja-JP" altLang="en-US" dirty="0"/>
              <a:t> </a:t>
            </a:r>
            <a:r>
              <a:rPr lang="en-US" altLang="ja-JP" dirty="0"/>
              <a:t>Univ., 2020</a:t>
            </a:r>
            <a:r>
              <a:rPr lang="ja-JP" altLang="en-US" dirty="0"/>
              <a:t> </a:t>
            </a:r>
            <a:r>
              <a:rPr lang="en-US" altLang="ja-JP" dirty="0"/>
              <a:t> All rights reserved.</a:t>
            </a:r>
          </a:p>
        </p:txBody>
      </p:sp>
      <p:sp>
        <p:nvSpPr>
          <p:cNvPr id="27" name="Line 8"/>
          <p:cNvSpPr>
            <a:spLocks noChangeShapeType="1"/>
          </p:cNvSpPr>
          <p:nvPr userDrawn="1"/>
        </p:nvSpPr>
        <p:spPr bwMode="auto">
          <a:xfrm>
            <a:off x="287557" y="1217623"/>
            <a:ext cx="9360000" cy="3522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8" name="図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848" y="424566"/>
            <a:ext cx="1814709" cy="461106"/>
          </a:xfrm>
          <a:prstGeom prst="rect">
            <a:avLst/>
          </a:prstGeom>
        </p:spPr>
      </p:pic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640632" y="79055"/>
            <a:ext cx="6840760" cy="1152127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4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A43885C-D8E0-4455-B4C9-C87D0B28DB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ja-JP" altLang="en-US"/>
              <a:t>Ⓒ　</a:t>
            </a:r>
            <a:r>
              <a:rPr lang="en-US" altLang="ja-JP"/>
              <a:t>Masataka</a:t>
            </a:r>
            <a:r>
              <a:rPr lang="ja-JP" altLang="en-US"/>
              <a:t> </a:t>
            </a:r>
            <a:r>
              <a:rPr lang="en-US" altLang="ja-JP"/>
              <a:t>Shiba,</a:t>
            </a:r>
            <a:r>
              <a:rPr lang="ja-JP" altLang="en-US"/>
              <a:t>　</a:t>
            </a:r>
            <a:r>
              <a:rPr lang="en-US" altLang="ja-JP"/>
              <a:t>Tokyo</a:t>
            </a:r>
            <a:r>
              <a:rPr lang="ja-JP" altLang="en-US"/>
              <a:t> </a:t>
            </a:r>
            <a:r>
              <a:rPr lang="en-US" altLang="ja-JP"/>
              <a:t>City</a:t>
            </a:r>
            <a:r>
              <a:rPr lang="ja-JP" altLang="en-US"/>
              <a:t> </a:t>
            </a:r>
            <a:r>
              <a:rPr lang="en-US" altLang="ja-JP"/>
              <a:t>Univ., 2020</a:t>
            </a:r>
            <a:r>
              <a:rPr lang="ja-JP" altLang="en-US"/>
              <a:t> </a:t>
            </a:r>
            <a:r>
              <a:rPr lang="en-US" altLang="ja-JP"/>
              <a:t> All rights reserved.</a:t>
            </a:r>
            <a:endParaRPr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315CC6-F6CD-4A91-AF4F-977D91418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D7B525-7C53-4912-B66C-648EE8FC9EC5}" type="slidenum">
              <a:rPr lang="ja-JP" altLang="en-US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9425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12641" y="115061"/>
            <a:ext cx="684076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2520" y="1368259"/>
            <a:ext cx="8640960" cy="4790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64968" y="6331494"/>
            <a:ext cx="42484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1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ja-JP" altLang="en-US" dirty="0"/>
              <a:t>Ⓒ　</a:t>
            </a:r>
            <a:r>
              <a:rPr lang="en-US" altLang="ja-JP" dirty="0"/>
              <a:t>Masataka</a:t>
            </a:r>
            <a:r>
              <a:rPr lang="ja-JP" altLang="en-US" dirty="0"/>
              <a:t> </a:t>
            </a:r>
            <a:r>
              <a:rPr lang="en-US" altLang="ja-JP" dirty="0"/>
              <a:t>Shiba,</a:t>
            </a:r>
            <a:r>
              <a:rPr lang="ja-JP" altLang="en-US" dirty="0"/>
              <a:t>　</a:t>
            </a:r>
            <a:r>
              <a:rPr lang="en-US" altLang="ja-JP" dirty="0"/>
              <a:t>Tokyo</a:t>
            </a:r>
            <a:r>
              <a:rPr lang="ja-JP" altLang="en-US" dirty="0"/>
              <a:t> </a:t>
            </a:r>
            <a:r>
              <a:rPr lang="en-US" altLang="ja-JP" dirty="0"/>
              <a:t>City</a:t>
            </a:r>
            <a:r>
              <a:rPr lang="ja-JP" altLang="en-US" dirty="0"/>
              <a:t> </a:t>
            </a:r>
            <a:r>
              <a:rPr lang="en-US" altLang="ja-JP" dirty="0"/>
              <a:t>Univ., 2020</a:t>
            </a:r>
            <a:r>
              <a:rPr lang="ja-JP" altLang="en-US" dirty="0"/>
              <a:t> </a:t>
            </a:r>
            <a:r>
              <a:rPr lang="en-US" altLang="ja-JP" dirty="0"/>
              <a:t> All rights reserved.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62238" y="6329843"/>
            <a:ext cx="8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8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85D7B525-7C53-4912-B66C-648EE8FC9EC5}" type="slidenum">
              <a:rPr lang="ja-JP" altLang="en-US" smtClean="0"/>
              <a:pPr/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8" r:id="rId2"/>
    <p:sldLayoutId id="2147483659" r:id="rId3"/>
    <p:sldLayoutId id="2147483663" r:id="rId4"/>
    <p:sldLayoutId id="2147483665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kumimoji="1" sz="28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kumimoji="1" sz="20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7806FC-E592-48FE-BF18-8296EF0204DF}"/>
              </a:ext>
            </a:extLst>
          </p:cNvPr>
          <p:cNvSpPr txBox="1"/>
          <p:nvPr/>
        </p:nvSpPr>
        <p:spPr>
          <a:xfrm>
            <a:off x="220090" y="424285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+mj-ea"/>
                <a:ea typeface="+mj-ea"/>
              </a:rPr>
              <a:t>課題</a:t>
            </a:r>
            <a:r>
              <a:rPr kumimoji="1" lang="en-US" altLang="ja-JP" sz="2400">
                <a:latin typeface="+mj-ea"/>
                <a:ea typeface="+mj-ea"/>
              </a:rPr>
              <a:t>1-1</a:t>
            </a:r>
            <a:endParaRPr kumimoji="1" lang="en-US" altLang="ja-JP" sz="2400" dirty="0">
              <a:latin typeface="+mj-ea"/>
              <a:ea typeface="+mj-ea"/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F40B63F1-B2E5-4FEA-A32B-8C686B3A6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681785"/>
              </p:ext>
            </p:extLst>
          </p:nvPr>
        </p:nvGraphicFramePr>
        <p:xfrm>
          <a:off x="1496616" y="149657"/>
          <a:ext cx="8093163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4029">
                  <a:extLst>
                    <a:ext uri="{9D8B030D-6E8A-4147-A177-3AD203B41FA5}">
                      <a16:colId xmlns:a16="http://schemas.microsoft.com/office/drawing/2014/main" val="2116721703"/>
                    </a:ext>
                  </a:extLst>
                </a:gridCol>
                <a:gridCol w="6749134">
                  <a:extLst>
                    <a:ext uri="{9D8B030D-6E8A-4147-A177-3AD203B41FA5}">
                      <a16:colId xmlns:a16="http://schemas.microsoft.com/office/drawing/2014/main" val="1633727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リーダ学番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チームメンバ名（リーダは赤字、オブザーバは青字）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37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970292"/>
                  </a:ext>
                </a:extLst>
              </a:tr>
            </a:tbl>
          </a:graphicData>
        </a:graphic>
      </p:graphicFrame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24F8FF9-34F8-4F8F-BD0A-4074FF06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AAE7C-4964-46FC-9450-BDA5A6BAD91F}" type="slidenum">
              <a:rPr lang="ja-JP" altLang="en-US" smtClean="0"/>
              <a:pPr/>
              <a:t>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8768091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level">
  <a:themeElements>
    <a:clrScheme name="スリップストリーム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創英角版">
      <a:majorFont>
        <a:latin typeface="Arial"/>
        <a:ea typeface="HGP創英角ｺﾞｼｯｸUB"/>
        <a:cs typeface=""/>
      </a:majorFont>
      <a:minorFont>
        <a:latin typeface="Arial"/>
        <a:ea typeface="HGP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presentation_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_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_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_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_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_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_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_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_level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0112_TCUテンプレート.pptx" id="{3561CD6A-B8A9-4F01-AF61-580C09A18456}" vid="{AD52906E-E6BB-4719-8732-9E028C8B82F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0B8DF65-62A4-40F5-B2E4-E7DEA50141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2020年_TCUテンプレート</Template>
  <TotalTime>2895</TotalTime>
  <Words>15</Words>
  <Application>Microsoft Office PowerPoint</Application>
  <PresentationFormat>A4 210 x 297 mm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HGP創英角ｺﾞｼｯｸUB</vt:lpstr>
      <vt:lpstr>Arial</vt:lpstr>
      <vt:lpstr>Times New Roman</vt:lpstr>
      <vt:lpstr>Wingdings</vt:lpstr>
      <vt:lpstr>presentation_level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TCU-mshiba</dc:creator>
  <cp:keywords/>
  <dc:description/>
  <cp:lastModifiedBy>正孝 芝</cp:lastModifiedBy>
  <cp:revision>32</cp:revision>
  <cp:lastPrinted>2020-05-14T03:05:20Z</cp:lastPrinted>
  <dcterms:created xsi:type="dcterms:W3CDTF">2020-01-27T06:18:13Z</dcterms:created>
  <dcterms:modified xsi:type="dcterms:W3CDTF">2025-09-16T01:24:12Z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TC060874521041</vt:lpwstr>
  </property>
  <property fmtid="{D5CDD505-2E9C-101B-9397-08002B2CF9AE}" pid="3" name="SlidoPresentationID">
    <vt:lpwstr>9bcff6eb-d0c9-480d-b04e-313206ce7780</vt:lpwstr>
  </property>
</Properties>
</file>